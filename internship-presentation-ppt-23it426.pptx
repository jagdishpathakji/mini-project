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EBA74B-1258-49A3-932D-426A586BDE97}" v="3" dt="2026-04-06T09:32:18.6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gdish pathakji" userId="b09dd33f58c912c9" providerId="LiveId" clId="{523F5428-DFF5-481A-8E98-3792E2F3A1DB}"/>
    <pc:docChg chg="undo custSel delSld modSld">
      <pc:chgData name="jagdish pathakji" userId="b09dd33f58c912c9" providerId="LiveId" clId="{523F5428-DFF5-481A-8E98-3792E2F3A1DB}" dt="2026-04-06T09:32:50.044" v="52" actId="1076"/>
      <pc:docMkLst>
        <pc:docMk/>
      </pc:docMkLst>
      <pc:sldChg chg="addSp delSp modSp mod">
        <pc:chgData name="jagdish pathakji" userId="b09dd33f58c912c9" providerId="LiveId" clId="{523F5428-DFF5-481A-8E98-3792E2F3A1DB}" dt="2026-04-06T09:32:50.044" v="52" actId="1076"/>
        <pc:sldMkLst>
          <pc:docMk/>
          <pc:sldMk cId="4188588458" sldId="256"/>
        </pc:sldMkLst>
        <pc:spChg chg="add mod">
          <ac:chgData name="jagdish pathakji" userId="b09dd33f58c912c9" providerId="LiveId" clId="{523F5428-DFF5-481A-8E98-3792E2F3A1DB}" dt="2026-04-06T09:31:09.754" v="1" actId="767"/>
          <ac:spMkLst>
            <pc:docMk/>
            <pc:sldMk cId="4188588458" sldId="256"/>
            <ac:spMk id="2" creationId="{DB96CC47-F77A-A4B3-40DF-5B6BEECB1AA8}"/>
          </ac:spMkLst>
        </pc:spChg>
        <pc:spChg chg="add del mod">
          <ac:chgData name="jagdish pathakji" userId="b09dd33f58c912c9" providerId="LiveId" clId="{523F5428-DFF5-481A-8E98-3792E2F3A1DB}" dt="2026-04-06T09:32:02.301" v="7" actId="11529"/>
          <ac:spMkLst>
            <pc:docMk/>
            <pc:sldMk cId="4188588458" sldId="256"/>
            <ac:spMk id="4" creationId="{6A6A2494-98FA-82F5-B2BC-A9BF8C23C9ED}"/>
          </ac:spMkLst>
        </pc:spChg>
        <pc:spChg chg="add mod">
          <ac:chgData name="jagdish pathakji" userId="b09dd33f58c912c9" providerId="LiveId" clId="{523F5428-DFF5-481A-8E98-3792E2F3A1DB}" dt="2026-04-06T09:32:50.044" v="52" actId="1076"/>
          <ac:spMkLst>
            <pc:docMk/>
            <pc:sldMk cId="4188588458" sldId="256"/>
            <ac:spMk id="5" creationId="{EB72324F-875C-4F80-11EF-9CC683E6D0C9}"/>
          </ac:spMkLst>
        </pc:spChg>
        <pc:picChg chg="mod">
          <ac:chgData name="jagdish pathakji" userId="b09dd33f58c912c9" providerId="LiveId" clId="{523F5428-DFF5-481A-8E98-3792E2F3A1DB}" dt="2026-04-06T09:32:31.145" v="49" actId="1076"/>
          <ac:picMkLst>
            <pc:docMk/>
            <pc:sldMk cId="4188588458" sldId="256"/>
            <ac:picMk id="3" creationId="{10EBC79C-F34A-CA89-2574-07E1188A3C07}"/>
          </ac:picMkLst>
        </pc:picChg>
      </pc:sldChg>
      <pc:sldChg chg="del">
        <pc:chgData name="jagdish pathakji" userId="b09dd33f58c912c9" providerId="LiveId" clId="{523F5428-DFF5-481A-8E98-3792E2F3A1DB}" dt="2026-04-06T08:32:33.594" v="0" actId="2696"/>
        <pc:sldMkLst>
          <pc:docMk/>
          <pc:sldMk cId="64693918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AC9B3-9A0F-43C9-8378-C9B35C7D22A8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1E1B0D-4573-494B-9004-A9EA6744CE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451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E1B0D-4573-494B-9004-A9EA6744CE0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505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1E1B0D-4573-494B-9004-A9EA6744CE0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95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B01EE-7E5B-0DD3-DAA7-CBF976810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36C869-D954-A77E-0592-723BF2593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3FF5C-BA0C-AC4E-32ED-039A8CF00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9E49-E0DD-4083-8397-5C9229A7CD5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31DD1-15B7-491A-D871-DB6A149FD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CA265-DD97-55E5-7115-132D2BCC7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936D1-C08C-4DE6-8B76-460EF484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45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C29E6-52CC-649D-1D1D-157CE8576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48616-596B-EFE2-2556-295BE5119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DE685-5FCA-0D73-0D68-C8B1E4BF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9E49-E0DD-4083-8397-5C9229A7CD5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BE8B2-CD9C-1993-889D-983AF23B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1E93B-65D7-DB74-069C-83906103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936D1-C08C-4DE6-8B76-460EF484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68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C0C60-04A7-5447-1A4E-183BDF5F9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1C205-C96A-AAE8-F961-38C930341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170D3-55E0-23C5-5F81-EF3D3F2A7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9E49-E0DD-4083-8397-5C9229A7CD5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2F7CE-5298-CD29-83D4-D9803A0AE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B7358-D4B4-CCF0-66A0-EAD6CB3D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936D1-C08C-4DE6-8B76-460EF484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071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D7AD2-0501-F460-2214-75A185A45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05B9F-4CD1-D779-1699-6C9C35991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3EBE7-D6C0-9359-6D3C-A617D81AD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0360D-C80D-78B6-4162-E667A8DB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9E49-E0DD-4083-8397-5C9229A7CD5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0ADA8-D505-2E50-5285-F17E532BA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B1D8B-7434-5245-1BC5-776E96B13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936D1-C08C-4DE6-8B76-460EF484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075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619DA-B17D-FCC8-0F46-7AB1DEDF6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D77CF-32B4-07FD-317E-AF3333F0F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5665-66C2-0464-9910-FA7982560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EFE777-5DD1-CB46-80F4-AEE08D371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89B894-3664-770C-AC84-6CA0D5E1BC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8AEF0E-771B-24B4-78BB-E07477766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9E49-E0DD-4083-8397-5C9229A7CD5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F292E8-2301-7936-B025-A9BC0474E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10E527-3FDD-ABA4-681C-1B06EE31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936D1-C08C-4DE6-8B76-460EF484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870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A594-3197-BEBE-CF64-EF1B9D027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D843A5-1DF0-81A0-790D-21D5E779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9E49-E0DD-4083-8397-5C9229A7CD5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4269C-259B-AD6A-BBDD-357555F69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79237-6FDB-6288-F13B-85583661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936D1-C08C-4DE6-8B76-460EF484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95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2B2851-D510-4B6C-6BBF-1C15CFD7C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9E49-E0DD-4083-8397-5C9229A7CD5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9AF7B-497B-29B9-2330-1C567A03E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C7564-6592-7737-8946-D3A3D472F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936D1-C08C-4DE6-8B76-460EF484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0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E417E-2562-B6FE-3107-69A21F85F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D24F8-AAC9-537A-32A7-2726B8617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BEDD0-AFF1-783E-6580-A3B8903BD7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4BB12-D680-BD90-9C09-417DFD8E3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9E49-E0DD-4083-8397-5C9229A7CD5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2174B-3060-3FFE-128F-EFE4C27B9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56A23-C92A-BE3C-9163-D1C647F7F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936D1-C08C-4DE6-8B76-460EF484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655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CF5BA-3ACC-289E-70A9-3A1ADC746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934500-FF29-FDAA-E24B-FCCD8557D4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D955AB-B7F9-74B2-7174-F3C83A61D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6BB229-E576-3558-A615-7603DAECA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9E49-E0DD-4083-8397-5C9229A7CD5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2F5C7-2F69-DA66-C9C3-7AD98378A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71F7A-9066-B258-733A-328737B5B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936D1-C08C-4DE6-8B76-460EF484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8868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0433-0C2E-3F82-4AE6-1D6B8B15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FDADD-A9ED-0389-B41D-BE9822114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203D0-C5E7-6493-AEC9-C170E649F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9E49-E0DD-4083-8397-5C9229A7CD5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29B43-11E2-5231-1139-4D1154F1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00844-03E9-DD4A-9B92-98AF1E276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936D1-C08C-4DE6-8B76-460EF484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559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144DB5-E1BC-F7B1-A86A-845859DE4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97588-9171-78D3-56C0-43557C7D8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D23D2-D308-46E8-C9DE-2B1159C59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9E49-E0DD-4083-8397-5C9229A7CD5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5CF47-355C-5FB2-9006-CE1C9666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ACA36-2CE3-4FDA-6C5C-A478B742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936D1-C08C-4DE6-8B76-460EF484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160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02C151-EA73-2576-013C-C8551B44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8EA2E-EC1E-3B1E-0D4E-2D84214AB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1D7B4-CA6D-5AF8-3B84-8C3323E23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A9E49-E0DD-4083-8397-5C9229A7CD53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12F60-AAB8-BB1A-197A-48934A860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D129-08C6-275E-C799-5160EEC17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936D1-C08C-4DE6-8B76-460EF48431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581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gdishPathakji/Internship-Portal-Internship-Project-AMUL-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EBC79C-F34A-CA89-2574-07E1188A3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5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C131A6-4DF4-CD6D-F099-0D8B7EBAD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332" y="2470843"/>
            <a:ext cx="1990074" cy="19135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72324F-875C-4F80-11EF-9CC683E6D0C9}"/>
              </a:ext>
            </a:extLst>
          </p:cNvPr>
          <p:cNvSpPr txBox="1"/>
          <p:nvPr/>
        </p:nvSpPr>
        <p:spPr>
          <a:xfrm>
            <a:off x="7762240" y="6086968"/>
            <a:ext cx="2875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Information Technology Department</a:t>
            </a:r>
          </a:p>
        </p:txBody>
      </p:sp>
    </p:spTree>
    <p:extLst>
      <p:ext uri="{BB962C8B-B14F-4D97-AF65-F5344CB8AC3E}">
        <p14:creationId xmlns:p14="http://schemas.microsoft.com/office/powerpoint/2010/main" val="418858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9E3BF9-303C-AB88-8040-FD8660973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175" y="1133088"/>
            <a:ext cx="3898142" cy="5110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01A523-D300-B2B1-9FCD-AB4AFFBBE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7404"/>
            <a:ext cx="12192000" cy="113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4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97817C-A0C4-F576-068A-286B09189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96"/>
            <a:ext cx="12192000" cy="682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20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80AD7B-BA19-19B6-CFF1-F5611A2A2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099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1F568-54A8-0487-6F6E-A592D62AE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46"/>
            <a:ext cx="12192000" cy="683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41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6D1877-8CC4-7E65-1D5B-A001721D7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483" y="2780"/>
            <a:ext cx="12192000" cy="68552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D02F50-8E0E-6F10-3299-71FA610B0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938" y="4436741"/>
            <a:ext cx="5388076" cy="16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61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89EC12-EF26-A3B3-67EE-C26706B4D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66"/>
            <a:ext cx="12192000" cy="68488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F3BB4C-A80B-C999-1523-9F3998AC4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77412"/>
            <a:ext cx="5731510" cy="450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21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A40E27-EE0B-46F6-8F82-21B562398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920" y="0"/>
            <a:ext cx="12192000" cy="68298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4720F3-78FE-37B7-AA5C-2345DCD29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22922"/>
            <a:ext cx="5232400" cy="438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17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5D5E27-9D31-8DBB-4CE1-A2C7316ED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5B6863-0A9B-F459-8164-1DD1D5275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06418"/>
            <a:ext cx="5567680" cy="544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84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B8BF51-A066-43F8-8EEE-DD272B63D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52A91D-BDB4-2705-FC83-6B1CF59FB3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85112"/>
            <a:ext cx="5922941" cy="320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957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BF47FC-44FD-C1BD-215C-EE6A624E9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50"/>
            <a:ext cx="12192000" cy="7091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7AA1FF-F575-22DA-3CF4-E0F71A8D77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90" y="3829152"/>
            <a:ext cx="5731510" cy="273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33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3217A18-1A76-64F0-7B81-FC22A5692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" y="1390"/>
            <a:ext cx="12192000" cy="68552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F5984B-11E2-5E8C-CC33-58905DB5F355}"/>
              </a:ext>
            </a:extLst>
          </p:cNvPr>
          <p:cNvSpPr txBox="1"/>
          <p:nvPr/>
        </p:nvSpPr>
        <p:spPr>
          <a:xfrm>
            <a:off x="619432" y="1681316"/>
            <a:ext cx="5270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>
              <a:solidFill>
                <a:schemeClr val="dk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83366C-61FC-DE2E-A442-0E7F707EA7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34275"/>
            <a:ext cx="5913120" cy="312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779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DA0B9B-BAC8-B1BE-EE46-F58C04323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34"/>
            <a:ext cx="12192000" cy="68369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51CBE2-CCA4-1D09-7CE5-36BA4D15C7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88670"/>
            <a:ext cx="5913638" cy="309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057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C9FF7B-32DC-5602-72C2-43037198C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" y="1390"/>
            <a:ext cx="12192000" cy="6855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C988C5-9E75-F9D3-9BDF-950E42F399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81" y="4090221"/>
            <a:ext cx="5614219" cy="193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E9680A-1B9A-A05D-FAAD-6084FECBC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78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38B1361-3F41-5EED-3C25-79841502C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55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BE3557-EC64-969C-B4FD-4D13D5B29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138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0A4FE6D-F55E-F777-F135-AFB5A1912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3FD7AD-E8BF-DEB3-6A2B-AA9AE04A0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29000"/>
            <a:ext cx="5731510" cy="280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06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592702-5B1A-75D1-342F-D672E5E54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  <p:pic>
        <p:nvPicPr>
          <p:cNvPr id="8" name="Picture 7">
            <a:hlinkClick r:id="rId3"/>
            <a:extLst>
              <a:ext uri="{FF2B5EF4-FFF2-40B4-BE49-F238E27FC236}">
                <a16:creationId xmlns:a16="http://schemas.microsoft.com/office/drawing/2014/main" id="{9D142297-5629-6283-F082-D451A0EE4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274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A074D8-E231-D822-3897-CB5DCE714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34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9F1C78-1B73-7BF1-8F48-0088D023E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47" y="299601"/>
            <a:ext cx="7744906" cy="625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660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</Words>
  <Application>Microsoft Office PowerPoint</Application>
  <PresentationFormat>Widescreen</PresentationFormat>
  <Paragraphs>3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jagdish pathakji</dc:creator>
  <cp:lastModifiedBy>jagdish pathakji</cp:lastModifiedBy>
  <cp:revision>5</cp:revision>
  <dcterms:created xsi:type="dcterms:W3CDTF">2026-04-02T15:15:05Z</dcterms:created>
  <dcterms:modified xsi:type="dcterms:W3CDTF">2026-04-06T09:32:51Z</dcterms:modified>
</cp:coreProperties>
</file>